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1824"/>
  </p:normalViewPr>
  <p:slideViewPr>
    <p:cSldViewPr snapToGrid="0" snapToObjects="1">
      <p:cViewPr varScale="1">
        <p:scale>
          <a:sx n="100" d="100"/>
          <a:sy n="100" d="100"/>
        </p:scale>
        <p:origin x="100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8FBDF0-E8BF-064C-AE54-64AB4FABBEE2}" type="datetimeFigureOut">
              <a:rPr kumimoji="1" lang="zh-CN" altLang="en-US" smtClean="0"/>
              <a:t>2017/12/28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 smtClean="0"/>
              <a:t>单击此处编辑母版文本样式</a:t>
            </a:r>
          </a:p>
          <a:p>
            <a:pPr lvl="1"/>
            <a:r>
              <a:rPr kumimoji="1" lang="zh-CN" altLang="en-US" smtClean="0"/>
              <a:t>二级</a:t>
            </a:r>
          </a:p>
          <a:p>
            <a:pPr lvl="2"/>
            <a:r>
              <a:rPr kumimoji="1" lang="zh-CN" altLang="en-US" smtClean="0"/>
              <a:t>三级</a:t>
            </a:r>
          </a:p>
          <a:p>
            <a:pPr lvl="3"/>
            <a:r>
              <a:rPr kumimoji="1" lang="zh-CN" altLang="en-US" smtClean="0"/>
              <a:t>四级</a:t>
            </a:r>
          </a:p>
          <a:p>
            <a:pPr lvl="4"/>
            <a:r>
              <a:rPr kumimoji="1" lang="zh-CN" altLang="en-US" smtClean="0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2F338A-2A2E-F04E-BD2D-4EFAB3FD433D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20478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P</a:t>
            </a:r>
            <a:r>
              <a:rPr lang="zh-CN" altLang="en-US" dirty="0" smtClean="0"/>
              <a:t>rojected </a:t>
            </a:r>
            <a:r>
              <a:rPr lang="en-US" altLang="zh-CN" dirty="0" smtClean="0"/>
              <a:t>N</a:t>
            </a:r>
            <a:r>
              <a:rPr lang="zh-CN" altLang="en-US" dirty="0" smtClean="0"/>
              <a:t>ormalized </a:t>
            </a:r>
            <a:r>
              <a:rPr lang="en-US" altLang="zh-CN" dirty="0" smtClean="0"/>
              <a:t>C</a:t>
            </a:r>
            <a:r>
              <a:rPr lang="zh-CN" altLang="en-US" dirty="0" smtClean="0"/>
              <a:t>oordinate </a:t>
            </a:r>
            <a:r>
              <a:rPr lang="en-US" altLang="zh-CN" dirty="0" smtClean="0"/>
              <a:t>C</a:t>
            </a:r>
            <a:r>
              <a:rPr lang="zh-CN" altLang="en-US" dirty="0" smtClean="0"/>
              <a:t>ode (PNCC)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2F338A-2A2E-F04E-BD2D-4EFAB3FD433D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53250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49452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46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3819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7998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5702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929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366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4166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3751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96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题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8421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标题的引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351545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12/28/17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38691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12/28/17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8182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三栏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将图片拖动到占位符，或单击添加图标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12/28/17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625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84543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12/28/17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728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二级</a:t>
            </a:r>
          </a:p>
          <a:p>
            <a:pPr lvl="2"/>
            <a:r>
              <a:rPr lang="zh-CN" altLang="en-US" smtClean="0"/>
              <a:t>三级</a:t>
            </a:r>
          </a:p>
          <a:p>
            <a:pPr lvl="3"/>
            <a:r>
              <a:rPr lang="zh-CN" altLang="en-US" smtClean="0"/>
              <a:t>四级</a:t>
            </a:r>
          </a:p>
          <a:p>
            <a:pPr lvl="4"/>
            <a:r>
              <a:rPr lang="zh-CN" altLang="en-US" smtClean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12/28/17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3225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  <p:sldLayoutId id="2147483801" r:id="rId12"/>
    <p:sldLayoutId id="2147483802" r:id="rId13"/>
    <p:sldLayoutId id="2147483803" r:id="rId14"/>
    <p:sldLayoutId id="2147483804" r:id="rId15"/>
    <p:sldLayoutId id="2147483805" r:id="rId16"/>
    <p:sldLayoutId id="2147483806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en-US" altLang="zh-CN" dirty="0" smtClean="0"/>
              <a:t>3D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reconstruction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from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SINGLE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2D</a:t>
            </a:r>
            <a:r>
              <a:rPr kumimoji="1" lang="zh-CN" altLang="en-US" dirty="0" smtClean="0"/>
              <a:t> </a:t>
            </a:r>
            <a:r>
              <a:rPr kumimoji="1" lang="en-US" altLang="zh-CN" dirty="0" smtClean="0"/>
              <a:t>IMAGE</a:t>
            </a:r>
            <a:endParaRPr kumimoji="1" lang="zh-CN" altLang="en-US" dirty="0"/>
          </a:p>
        </p:txBody>
      </p:sp>
      <p:sp>
        <p:nvSpPr>
          <p:cNvPr id="6" name="文本框 5"/>
          <p:cNvSpPr txBox="1"/>
          <p:nvPr/>
        </p:nvSpPr>
        <p:spPr>
          <a:xfrm>
            <a:off x="2409568" y="4312508"/>
            <a:ext cx="747583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 smtClean="0">
                <a:solidFill>
                  <a:schemeClr val="bg1">
                    <a:lumMod val="50000"/>
                  </a:schemeClr>
                </a:solidFill>
              </a:rPr>
              <a:t>DONG</a:t>
            </a:r>
            <a:r>
              <a:rPr kumimoji="1"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zh-CN" sz="2800" dirty="0" smtClean="0">
                <a:solidFill>
                  <a:schemeClr val="bg1">
                    <a:lumMod val="50000"/>
                  </a:schemeClr>
                </a:solidFill>
              </a:rPr>
              <a:t>Juncheng</a:t>
            </a:r>
            <a:r>
              <a:rPr kumimoji="1"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zh-CN" sz="2800" dirty="0" smtClean="0">
                <a:solidFill>
                  <a:schemeClr val="bg1">
                    <a:lumMod val="50000"/>
                  </a:schemeClr>
                </a:solidFill>
              </a:rPr>
              <a:t>/</a:t>
            </a:r>
            <a:r>
              <a:rPr kumimoji="1" lang="zh-CN" altLang="en-US" sz="2800" dirty="0" smtClean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kumimoji="1" lang="en-US" altLang="zh-CN" sz="2800" dirty="0" smtClean="0">
                <a:solidFill>
                  <a:schemeClr val="bg1">
                    <a:lumMod val="50000"/>
                  </a:schemeClr>
                </a:solidFill>
              </a:rPr>
              <a:t>syaoran@stu.hitedu.con</a:t>
            </a:r>
            <a:endParaRPr kumimoji="1" lang="zh-CN" altLang="en-US" sz="2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8079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06" y="992488"/>
            <a:ext cx="11569700" cy="519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8203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864417" y="1563814"/>
            <a:ext cx="773678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Tx/>
              <a:buChar char="-"/>
            </a:pPr>
            <a:r>
              <a:rPr lang="zh-CN" altLang="en-US" sz="3600" dirty="0" smtClean="0"/>
              <a:t>Optimization</a:t>
            </a:r>
            <a:r>
              <a:rPr lang="zh-CN" altLang="en-US" sz="3600" dirty="0"/>
              <a:t>-based </a:t>
            </a:r>
            <a:r>
              <a:rPr lang="zh-CN" altLang="en-US" sz="3600" dirty="0" smtClean="0"/>
              <a:t>Approach </a:t>
            </a:r>
            <a:r>
              <a:rPr lang="en-US" altLang="zh-CN" sz="3600" dirty="0" smtClean="0"/>
              <a:t>/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Parametric </a:t>
            </a:r>
            <a:r>
              <a:rPr lang="en-US" altLang="zh-CN" sz="3600" dirty="0"/>
              <a:t>Face </a:t>
            </a:r>
            <a:r>
              <a:rPr lang="en-US" altLang="zh-CN" sz="3600" dirty="0" smtClean="0"/>
              <a:t>Models</a:t>
            </a:r>
            <a:endParaRPr lang="zh-CN" altLang="en-US" sz="3600" dirty="0" smtClean="0"/>
          </a:p>
          <a:p>
            <a:pPr marL="285750" indent="-285750">
              <a:buFontTx/>
              <a:buChar char="-"/>
            </a:pPr>
            <a:r>
              <a:rPr lang="en-US" altLang="zh-CN" sz="3600" dirty="0"/>
              <a:t>Learning-based </a:t>
            </a:r>
            <a:r>
              <a:rPr lang="en-US" altLang="zh-CN" sz="3600" dirty="0" smtClean="0"/>
              <a:t>Approach</a:t>
            </a:r>
            <a:endParaRPr lang="zh-CN" altLang="en-US" sz="3600" dirty="0" smtClean="0"/>
          </a:p>
          <a:p>
            <a:pPr marL="285750" indent="-285750">
              <a:buFontTx/>
              <a:buChar char="-"/>
            </a:pPr>
            <a:r>
              <a:rPr lang="en-US" altLang="zh-CN" sz="3600" dirty="0"/>
              <a:t>Corrective Basis and Subspace Learning </a:t>
            </a:r>
            <a:endParaRPr lang="zh-CN" altLang="en-US" sz="3600" dirty="0" smtClean="0"/>
          </a:p>
          <a:p>
            <a:pPr marL="285750" indent="-285750">
              <a:buFontTx/>
              <a:buChar char="-"/>
            </a:pPr>
            <a:r>
              <a:rPr lang="en-US" altLang="zh-CN" sz="3600" dirty="0" smtClean="0"/>
              <a:t>Deep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Integration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of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Generative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Model</a:t>
            </a:r>
            <a:endParaRPr lang="zh-CN" altLang="en-US" sz="3600" dirty="0" smtClean="0"/>
          </a:p>
          <a:p>
            <a:pPr marL="285750" indent="-285750">
              <a:buFontTx/>
              <a:buChar char="-"/>
            </a:pPr>
            <a:r>
              <a:rPr lang="mr-IN" altLang="zh-CN" sz="3600" dirty="0" smtClean="0"/>
              <a:t>…</a:t>
            </a:r>
            <a:endParaRPr lang="en-US" altLang="zh-CN" sz="3600" dirty="0"/>
          </a:p>
          <a:p>
            <a:pPr marL="285750" indent="-285750">
              <a:buFontTx/>
              <a:buChar char="-"/>
            </a:pPr>
            <a:endParaRPr lang="zh-CN" altLang="en-US" sz="3600" dirty="0" smtClean="0"/>
          </a:p>
          <a:p>
            <a:endParaRPr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518423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310713" y="2211860"/>
            <a:ext cx="7253416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zh-CN" sz="3600" dirty="0" smtClean="0"/>
              <a:t>R</a:t>
            </a:r>
            <a:r>
              <a:rPr kumimoji="1" lang="en-US" altLang="zh-CN" sz="3600" dirty="0" smtClean="0"/>
              <a:t>ealization</a:t>
            </a:r>
            <a:r>
              <a:rPr kumimoji="1" lang="zh-CN" altLang="en-US" sz="3600" dirty="0" smtClean="0"/>
              <a:t> </a:t>
            </a:r>
            <a:r>
              <a:rPr kumimoji="1" lang="en-US" altLang="zh-CN" sz="3600" dirty="0" smtClean="0"/>
              <a:t>&amp;</a:t>
            </a:r>
            <a:r>
              <a:rPr kumimoji="1" lang="zh-CN" altLang="en-US" sz="3600" dirty="0" smtClean="0"/>
              <a:t> </a:t>
            </a:r>
            <a:r>
              <a:rPr kumimoji="1" lang="en-US" altLang="zh-CN" sz="3600" dirty="0" smtClean="0"/>
              <a:t>Improvement</a:t>
            </a:r>
            <a:r>
              <a:rPr kumimoji="1" lang="zh-CN" altLang="en-US" sz="3600" dirty="0" smtClean="0"/>
              <a:t> </a:t>
            </a:r>
          </a:p>
          <a:p>
            <a:pPr marL="285750" indent="-285750">
              <a:buFontTx/>
              <a:buChar char="-"/>
            </a:pPr>
            <a:r>
              <a:rPr lang="en-US" altLang="zh-CN" sz="3600" dirty="0" smtClean="0"/>
              <a:t>High-dimensional</a:t>
            </a:r>
            <a:r>
              <a:rPr lang="zh-CN" altLang="en-US" sz="3600" dirty="0" smtClean="0"/>
              <a:t> </a:t>
            </a:r>
            <a:r>
              <a:rPr lang="en-US" altLang="zh-CN" sz="3600" dirty="0" smtClean="0"/>
              <a:t>Reconstruction</a:t>
            </a:r>
            <a:endParaRPr lang="zh-CN" altLang="en-US" sz="3600" dirty="0" smtClean="0"/>
          </a:p>
          <a:p>
            <a:pPr marL="285750" indent="-285750">
              <a:buFontTx/>
              <a:buChar char="-"/>
            </a:pPr>
            <a:r>
              <a:rPr kumimoji="1" lang="en-US" altLang="zh-CN" sz="3600" dirty="0" smtClean="0"/>
              <a:t>Personalized</a:t>
            </a:r>
            <a:r>
              <a:rPr kumimoji="1" lang="zh-CN" altLang="en-US" sz="3600" dirty="0" smtClean="0"/>
              <a:t> </a:t>
            </a:r>
            <a:r>
              <a:rPr kumimoji="1" lang="en-US" altLang="zh-CN" sz="3600" dirty="0" smtClean="0"/>
              <a:t>Editing</a:t>
            </a:r>
            <a:endParaRPr kumimoji="1" lang="zh-CN" altLang="en-US" sz="3600" dirty="0"/>
          </a:p>
          <a:p>
            <a:pPr marL="285750" indent="-285750">
              <a:buFontTx/>
              <a:buChar char="-"/>
            </a:pPr>
            <a:endParaRPr kumimoji="1" lang="zh-CN" altLang="en-US" sz="3600" dirty="0"/>
          </a:p>
        </p:txBody>
      </p:sp>
    </p:spTree>
    <p:extLst>
      <p:ext uri="{BB962C8B-B14F-4D97-AF65-F5344CB8AC3E}">
        <p14:creationId xmlns:p14="http://schemas.microsoft.com/office/powerpoint/2010/main" val="2086477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359968" y="600030"/>
            <a:ext cx="949580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/>
              <a:t>METHOD:</a:t>
            </a:r>
            <a:r>
              <a:rPr kumimoji="1" lang="zh-CN" altLang="en-US" sz="2800" dirty="0" smtClean="0"/>
              <a:t> </a:t>
            </a:r>
            <a:endParaRPr kumimoji="1" lang="zh-CN" altLang="en-US" sz="2800" dirty="0"/>
          </a:p>
          <a:p>
            <a:r>
              <a:rPr lang="zh-CN" altLang="en-US" sz="2800" dirty="0" smtClean="0"/>
              <a:t>Optimization</a:t>
            </a:r>
            <a:r>
              <a:rPr lang="zh-CN" altLang="en-US" sz="2800" dirty="0"/>
              <a:t>-based Approach </a:t>
            </a:r>
            <a:r>
              <a:rPr lang="en-US" altLang="zh-CN" sz="2800" dirty="0"/>
              <a:t>/</a:t>
            </a:r>
            <a:r>
              <a:rPr lang="zh-CN" altLang="en-US" sz="2800" dirty="0"/>
              <a:t> </a:t>
            </a:r>
            <a:r>
              <a:rPr lang="en-US" altLang="zh-CN" sz="2800" dirty="0"/>
              <a:t>Parametric Face </a:t>
            </a:r>
            <a:r>
              <a:rPr lang="en-US" altLang="zh-CN" sz="2800" dirty="0" smtClean="0"/>
              <a:t>Models</a:t>
            </a:r>
            <a:endParaRPr lang="zh-CN" altLang="en-US" sz="2800" dirty="0"/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683" y="1695191"/>
            <a:ext cx="5813333" cy="4149211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525683" y="5844402"/>
            <a:ext cx="643191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/>
              <a:t>F. Liu, D. Zeng, J. Li, Q. Zhao, “On 3D face reconstruction via cascaded regression in shape space,” Frontiers of Information Technology &amp; Electronic Engineering, 2017, in press</a:t>
            </a:r>
          </a:p>
        </p:txBody>
      </p:sp>
      <p:sp>
        <p:nvSpPr>
          <p:cNvPr id="29" name="内容占位符 2"/>
          <p:cNvSpPr>
            <a:spLocks noGrp="1"/>
          </p:cNvSpPr>
          <p:nvPr>
            <p:ph sz="quarter" idx="13"/>
          </p:nvPr>
        </p:nvSpPr>
        <p:spPr>
          <a:xfrm>
            <a:off x="6785171" y="1695191"/>
            <a:ext cx="4904888" cy="2934885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altLang="zh-CN" sz="2000" dirty="0" smtClean="0"/>
              <a:t>1. Reconstruction process</a:t>
            </a:r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smtClean="0"/>
              <a:t>2. Learning cascaded </a:t>
            </a:r>
            <a:r>
              <a:rPr lang="en-US" altLang="zh-CN" sz="2000" dirty="0" smtClean="0"/>
              <a:t>repressors</a:t>
            </a:r>
            <a:endParaRPr lang="en-US" altLang="zh-CN" sz="2000" dirty="0" smtClean="0"/>
          </a:p>
          <a:p>
            <a:pPr marL="457200" indent="-457200">
              <a:buAutoNum type="arabicPeriod"/>
            </a:pPr>
            <a:endParaRPr lang="en-US" altLang="zh-CN" sz="2000" dirty="0" smtClean="0"/>
          </a:p>
          <a:p>
            <a:pPr marL="457200" indent="-457200">
              <a:buAutoNum type="arabicPeriod"/>
            </a:pP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 smtClean="0"/>
              <a:t>3. Estimating 3D-to-2D mapping </a:t>
            </a:r>
            <a:r>
              <a:rPr lang="en-US" altLang="zh-CN" sz="2000" dirty="0"/>
              <a:t>and landmark visibility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6884" y="2082170"/>
            <a:ext cx="4735011" cy="397691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5170" y="2997144"/>
            <a:ext cx="5003176" cy="790337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5170" y="4425563"/>
            <a:ext cx="3555249" cy="603315"/>
          </a:xfrm>
          <a:prstGeom prst="rect">
            <a:avLst/>
          </a:prstGeom>
        </p:spPr>
      </p:pic>
      <p:pic>
        <p:nvPicPr>
          <p:cNvPr id="33" name="图片 3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5170" y="5028878"/>
            <a:ext cx="4853444" cy="730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429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8052" y="521228"/>
            <a:ext cx="5274620" cy="357160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462" y="4092832"/>
            <a:ext cx="10591800" cy="208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55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359968" y="600030"/>
            <a:ext cx="94958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 smtClean="0"/>
              <a:t>METHOD:</a:t>
            </a:r>
            <a:r>
              <a:rPr kumimoji="1" lang="zh-CN" altLang="en-US" sz="2800" dirty="0" smtClean="0"/>
              <a:t>  </a:t>
            </a:r>
            <a:r>
              <a:rPr lang="en-US" altLang="zh-CN" sz="2800" dirty="0" smtClean="0"/>
              <a:t>Learning-based </a:t>
            </a:r>
            <a:r>
              <a:rPr lang="en-US" altLang="zh-CN" sz="2800" dirty="0"/>
              <a:t>Approach</a:t>
            </a:r>
            <a:endParaRPr lang="zh-CN" altLang="en-US" sz="2800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834" y="1657350"/>
            <a:ext cx="9410700" cy="19177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068" y="3726543"/>
            <a:ext cx="8114232" cy="2722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4526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2032000" y="1193800"/>
            <a:ext cx="18117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3600" dirty="0" smtClean="0"/>
              <a:t>Data</a:t>
            </a:r>
            <a:r>
              <a:rPr kumimoji="1" lang="zh-CN" altLang="en-US" sz="3600" dirty="0" smtClean="0"/>
              <a:t> </a:t>
            </a:r>
            <a:r>
              <a:rPr kumimoji="1" lang="en-US" altLang="zh-CN" sz="3600" dirty="0" smtClean="0"/>
              <a:t>Set</a:t>
            </a:r>
            <a:endParaRPr kumimoji="1" lang="zh-CN" altLang="en-US" sz="3600" dirty="0"/>
          </a:p>
        </p:txBody>
      </p:sp>
      <p:sp>
        <p:nvSpPr>
          <p:cNvPr id="4" name="矩形 3"/>
          <p:cNvSpPr/>
          <p:nvPr/>
        </p:nvSpPr>
        <p:spPr>
          <a:xfrm>
            <a:off x="1117600" y="2435136"/>
            <a:ext cx="109347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Tx/>
              <a:buChar char="-"/>
            </a:pPr>
            <a:r>
              <a:rPr lang="en-US" altLang="zh-CN" sz="3200" dirty="0" smtClean="0"/>
              <a:t>300W </a:t>
            </a:r>
            <a:r>
              <a:rPr lang="en-US" altLang="zh-CN" sz="3200" dirty="0"/>
              <a:t>(300 Faces In-the-Wild Challenge) </a:t>
            </a:r>
            <a:r>
              <a:rPr lang="en-US" altLang="zh-CN" sz="3200" dirty="0" smtClean="0"/>
              <a:t>Dataset</a:t>
            </a:r>
            <a:endParaRPr lang="zh-CN" altLang="en-US" sz="3200" dirty="0" smtClean="0"/>
          </a:p>
          <a:p>
            <a:pPr marL="457200" indent="-457200">
              <a:buFontTx/>
              <a:buChar char="-"/>
            </a:pPr>
            <a:r>
              <a:rPr lang="en-US" altLang="zh-CN" sz="3200" dirty="0" smtClean="0"/>
              <a:t>300W-LP </a:t>
            </a:r>
            <a:r>
              <a:rPr lang="en-US" altLang="zh-CN" sz="3200" dirty="0"/>
              <a:t>(300W under Large Poses) </a:t>
            </a:r>
            <a:r>
              <a:rPr lang="en-US" altLang="zh-CN" sz="3200" dirty="0" smtClean="0"/>
              <a:t>Dataset</a:t>
            </a:r>
            <a:endParaRPr lang="zh-CN" altLang="en-US" sz="3200" dirty="0" smtClean="0"/>
          </a:p>
          <a:p>
            <a:pPr marL="457200" indent="-457200">
              <a:buFontTx/>
              <a:buChar char="-"/>
            </a:pPr>
            <a:r>
              <a:rPr lang="en-US" altLang="zh-CN" sz="3200" dirty="0"/>
              <a:t>BU-3DFE (Binghamton University 3D Facial Expression) Dataset </a:t>
            </a:r>
            <a:endParaRPr lang="zh-CN" altLang="en-US" sz="3200" dirty="0" smtClean="0"/>
          </a:p>
          <a:p>
            <a:pPr marL="457200" indent="-457200">
              <a:buFontTx/>
              <a:buChar char="-"/>
            </a:pPr>
            <a:r>
              <a:rPr lang="en-US" altLang="zh-CN" sz="3200" dirty="0"/>
              <a:t>AFLW2000-3D/AFLW Dataset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12113974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1751012" y="2011985"/>
            <a:ext cx="8689976" cy="25092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baseline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en-US" altLang="zh-CN" sz="8000" b="1" dirty="0" smtClean="0"/>
              <a:t>THANK</a:t>
            </a:r>
            <a:r>
              <a:rPr kumimoji="1" lang="zh-CN" altLang="en-US" sz="8000" b="1" dirty="0" smtClean="0"/>
              <a:t> </a:t>
            </a:r>
            <a:r>
              <a:rPr kumimoji="1" lang="en-US" altLang="zh-CN" sz="8000" b="1" dirty="0" smtClean="0"/>
              <a:t>Yo</a:t>
            </a:r>
            <a:r>
              <a:rPr kumimoji="1" lang="en-US" altLang="zh-CN" sz="8000" b="1" dirty="0" smtClean="0"/>
              <a:t>u</a:t>
            </a:r>
            <a:endParaRPr kumimoji="1" lang="zh-CN" alt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1811413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水滴">
  <a:themeElements>
    <a:clrScheme name="水滴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水滴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水滴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171</TotalTime>
  <Words>152</Words>
  <Application>Microsoft Macintosh PowerPoint</Application>
  <PresentationFormat>宽屏</PresentationFormat>
  <Paragraphs>28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5" baseType="lpstr">
      <vt:lpstr>Calibri</vt:lpstr>
      <vt:lpstr>Mangal</vt:lpstr>
      <vt:lpstr>Tw Cen MT</vt:lpstr>
      <vt:lpstr>宋体</vt:lpstr>
      <vt:lpstr>Arial</vt:lpstr>
      <vt:lpstr>水滴</vt:lpstr>
      <vt:lpstr>3D reconstruction from SINGLE 2D IMAGE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reconstruction from SINGLE 2D IMAGE</dc:title>
  <dc:creator>Microsoft Office 用户</dc:creator>
  <cp:lastModifiedBy>Microsoft Office 用户</cp:lastModifiedBy>
  <cp:revision>11</cp:revision>
  <dcterms:created xsi:type="dcterms:W3CDTF">2017-12-28T15:00:04Z</dcterms:created>
  <dcterms:modified xsi:type="dcterms:W3CDTF">2017-12-28T17:52:01Z</dcterms:modified>
</cp:coreProperties>
</file>